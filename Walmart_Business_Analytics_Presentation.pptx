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Walmart Sales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Walmart sales transactions to understand customer behavior, payment preferences, branch performance, ratings, and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Payment Methods &amp; Sales</a:t>
            </a:r>
          </a:p>
          <a:p>
            <a:r>
              <a:t>2. Highest Rated Category by Branch</a:t>
            </a:r>
          </a:p>
          <a:p>
            <a:r>
              <a:t>3. Busiest Day by Branch</a:t>
            </a:r>
          </a:p>
          <a:p>
            <a:r>
              <a:t>4. Quantity Sold by Payment Method</a:t>
            </a:r>
          </a:p>
          <a:p>
            <a:r>
              <a:t>5. Category Ratings by 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Total Profit by Category</a:t>
            </a:r>
          </a:p>
          <a:p>
            <a:r>
              <a:t>7. Most Common Payment Method per Branch</a:t>
            </a:r>
          </a:p>
          <a:p>
            <a:r>
              <a:t>8. Sales Shifts Analysis</a:t>
            </a:r>
          </a:p>
          <a:p>
            <a:r>
              <a:t>9. Revenue Decline Analysis by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Total Sales, Total Invoices, Quantity Sold, Avg Unit Price, Avg Rating, Profit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slicers for Date, Category, City and Payment Method with KPI cards and performance visuals.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Distribution, Payment Method Analysis, Category Transactions, Brand Distribution, Sales Trend, Sales by City and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optimize staffing, inventory, promotions, payment processing and category-level decision 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BI, SQL, Excel, Data Cleaning, Data Visualization, Business Intelligence.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converts Walmart transaction data into actionable insights for improving sales and operational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